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73" r:id="rId1"/>
  </p:sldMasterIdLst>
  <p:sldIdLst>
    <p:sldId id="257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529"/>
    <a:srgbClr val="2B3922"/>
    <a:srgbClr val="2E3722"/>
    <a:srgbClr val="FCF7F1"/>
    <a:srgbClr val="B8D233"/>
    <a:srgbClr val="5CC6D6"/>
    <a:srgbClr val="F8D22F"/>
    <a:srgbClr val="F03F2B"/>
    <a:srgbClr val="3488A0"/>
    <a:srgbClr val="579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2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11/26/2021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11/26/2021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11/26/2021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11/26/2021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11/26/2021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11/26/2021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F40B7-36AB-4376-BE14-EF7004D79BB9}" type="datetime1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7CAB8-DCAE-46A5-AADA-B3FAD11A54E0}" type="datetime1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D30578-EAE1-4441-A119-4668570C2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716"/>
            <a:ext cx="12178208" cy="6871716"/>
          </a:xfrm>
          <a:prstGeom prst="rect">
            <a:avLst/>
          </a:prstGeom>
        </p:spPr>
      </p:pic>
      <p:sp>
        <p:nvSpPr>
          <p:cNvPr id="82" name="Rectangle 81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Catch Maker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tx1"/>
                </a:solidFill>
              </a:rPr>
              <a:t>Richie, Davis</a:t>
            </a:r>
          </a:p>
        </p:txBody>
      </p:sp>
    </p:spTree>
    <p:extLst>
      <p:ext uri="{BB962C8B-B14F-4D97-AF65-F5344CB8AC3E}">
        <p14:creationId xmlns:p14="http://schemas.microsoft.com/office/powerpoint/2010/main" val="2584280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44E64-0B56-4D16-8951-07EED91C5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Catch game captures the good old feeling of catch that we all know and love.</a:t>
            </a:r>
          </a:p>
          <a:p>
            <a:r>
              <a:rPr lang="en-US" dirty="0"/>
              <a:t>But this time, you can have your own spin and feeling to it while you clear or create levels and play against your friends,</a:t>
            </a:r>
          </a:p>
          <a:p>
            <a:r>
              <a:rPr lang="en-US" dirty="0"/>
              <a:t>with your very own skins and sounds you can create and change that creates huge longevity.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324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World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44E64-0B56-4D16-8951-07EED91C5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main world background exists with our newly improved engine. </a:t>
            </a:r>
          </a:p>
          <a:p>
            <a:r>
              <a:rPr lang="en-US" dirty="0"/>
              <a:t>Base game has a retro style with shapes (circles, squares, triangles, </a:t>
            </a:r>
            <a:r>
              <a:rPr lang="en-US" dirty="0" err="1"/>
              <a:t>etc</a:t>
            </a:r>
            <a:r>
              <a:rPr lang="en-US" dirty="0"/>
              <a:t>) with neon lights.</a:t>
            </a:r>
          </a:p>
          <a:p>
            <a:r>
              <a:rPr lang="en-US" dirty="0"/>
              <a:t>You can also create and change your own catch game.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182835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Pillars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44E64-0B56-4D16-8951-07EED91C5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concepts and themes of our game include the original retro style with neon lights, shapes, and funky retro music.</a:t>
            </a:r>
          </a:p>
          <a:p>
            <a:r>
              <a:rPr lang="en-US" dirty="0"/>
              <a:t>Base Catch Game(50%), Skin Creator(20%), Multiplayer(10%) , Level Creator(20%)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325402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FIVE">
      <a:dk1>
        <a:sysClr val="windowText" lastClr="000000"/>
      </a:dk1>
      <a:lt1>
        <a:sysClr val="window" lastClr="FFFFFF"/>
      </a:lt1>
      <a:dk2>
        <a:srgbClr val="505046"/>
      </a:dk2>
      <a:lt2>
        <a:srgbClr val="F5F6F4"/>
      </a:lt2>
      <a:accent1>
        <a:srgbClr val="57903F"/>
      </a:accent1>
      <a:accent2>
        <a:srgbClr val="F03F2B"/>
      </a:accent2>
      <a:accent3>
        <a:srgbClr val="3488A0"/>
      </a:accent3>
      <a:accent4>
        <a:srgbClr val="F8D22F"/>
      </a:accent4>
      <a:accent5>
        <a:srgbClr val="5CC6D6"/>
      </a:accent5>
      <a:accent6>
        <a:srgbClr val="B8D233"/>
      </a:accent6>
      <a:hlink>
        <a:srgbClr val="00B0F0"/>
      </a:hlink>
      <a:folHlink>
        <a:srgbClr val="B2B2B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VE.pptx" id="{928531FE-40B6-4895-993A-83D26AA1E005}" vid="{C99C5ABD-1620-4AD2-A38C-62625556F38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Geometric color block</Template>
  <TotalTime>0</TotalTime>
  <Words>157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Century Gothic</vt:lpstr>
      <vt:lpstr>Garamond</vt:lpstr>
      <vt:lpstr>SavonVTI</vt:lpstr>
      <vt:lpstr>Catch Maker</vt:lpstr>
      <vt:lpstr>Elevator pitch</vt:lpstr>
      <vt:lpstr>World Background</vt:lpstr>
      <vt:lpstr>Pillars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2021-11-26T13:25:03Z</dcterms:created>
  <dcterms:modified xsi:type="dcterms:W3CDTF">2021-11-26T13:31:03Z</dcterms:modified>
</cp:coreProperties>
</file>