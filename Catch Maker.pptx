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11/26/2021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11/26/2021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D30578-EAE1-4441-A119-4668570C2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716"/>
            <a:ext cx="12178208" cy="6871716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Catch Maker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Richie, Davis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4E64-0B56-4D16-8951-07EED91C5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Catch game captures the good old feeling of catch that we all know and love.</a:t>
            </a:r>
          </a:p>
          <a:p>
            <a:r>
              <a:rPr lang="en-US" dirty="0"/>
              <a:t>But this time, you can have your own spin and feeling to it while you clear or create levels and play against your friends,</a:t>
            </a:r>
          </a:p>
          <a:p>
            <a:r>
              <a:rPr lang="en-US" dirty="0"/>
              <a:t>with your very own skins and sounds you can create and change that creates huge longevity.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World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4E64-0B56-4D16-8951-07EED91C5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world background exists with our newly improved engine. </a:t>
            </a:r>
          </a:p>
          <a:p>
            <a:r>
              <a:rPr lang="en-US" dirty="0"/>
              <a:t>Base game has a retro style with shapes (circles, squares, triangles, </a:t>
            </a:r>
            <a:r>
              <a:rPr lang="en-US" dirty="0" err="1"/>
              <a:t>etc</a:t>
            </a:r>
            <a:r>
              <a:rPr lang="en-US" dirty="0"/>
              <a:t>) with neon lights.</a:t>
            </a:r>
          </a:p>
          <a:p>
            <a:r>
              <a:rPr lang="en-US" dirty="0"/>
              <a:t>You can also create and change your own catch game.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82835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4E64-0B56-4D16-8951-07EED91C5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concepts and themes of our game include the original retro style with neon lights, shapes, and funky retro music.</a:t>
            </a:r>
          </a:p>
          <a:p>
            <a:r>
              <a:rPr lang="en-US" dirty="0"/>
              <a:t>Base Catch Game(50%), Skin Creator(20%), Multiplayer(10%) , Level Creator(20%)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254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31520"/>
            <a:ext cx="490728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C87F3-257B-408D-B8EA-3E67AB106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608320" cy="3849624"/>
          </a:xfrm>
        </p:spPr>
        <p:txBody>
          <a:bodyPr/>
          <a:lstStyle/>
          <a:p>
            <a:r>
              <a:rPr lang="en-US" dirty="0"/>
              <a:t>the player controls a character holding a bowl .you catch shapes falling from top to bottom. </a:t>
            </a:r>
          </a:p>
          <a:p>
            <a:r>
              <a:rPr lang="en-US" dirty="0"/>
              <a:t>You move by pressing buttons to move and dash around the screen.</a:t>
            </a:r>
          </a:p>
          <a:p>
            <a:r>
              <a:rPr lang="en-US" dirty="0"/>
              <a:t> The default </a:t>
            </a:r>
            <a:r>
              <a:rPr lang="en-US" dirty="0" err="1"/>
              <a:t>keybinds</a:t>
            </a:r>
            <a:r>
              <a:rPr lang="en-US" dirty="0"/>
              <a:t> are left/right arrows to move and shift to dash.</a:t>
            </a:r>
            <a:endParaRPr lang="en-I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448F4E-5B6A-42BD-9BF7-ACB6BAF94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94544" y="621792"/>
            <a:ext cx="3331348" cy="32186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B3F4E5-5023-41D1-BB84-3FE89022B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274" y="2715199"/>
            <a:ext cx="3364312" cy="33643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39E5CC-1D3E-4030-B3E4-C8BB89612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290" y="1126502"/>
            <a:ext cx="1355262" cy="12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33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91EE-1388-4FE6-82B8-A0099BDC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38A76-B5BA-4028-BC63-10626A6C2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028944" cy="3849624"/>
          </a:xfrm>
        </p:spPr>
        <p:txBody>
          <a:bodyPr/>
          <a:lstStyle/>
          <a:p>
            <a:r>
              <a:rPr lang="en-US" dirty="0"/>
              <a:t>Able to switch skin in built in skin maker. Design own falling shapes and catcher.</a:t>
            </a:r>
          </a:p>
          <a:p>
            <a:r>
              <a:rPr lang="en-US" dirty="0"/>
              <a:t>Shapes with a red outline, are special shapes that will appear to help you catch the next shape when dashing is considered</a:t>
            </a:r>
          </a:p>
          <a:p>
            <a:r>
              <a:rPr lang="en-US" dirty="0"/>
              <a:t>impossible to catch it in a strict timespan allocated. Collecting a outlined shape will make the catcher's dash fast enough </a:t>
            </a:r>
          </a:p>
          <a:p>
            <a:r>
              <a:rPr lang="en-US" dirty="0"/>
              <a:t>to catch the next shape.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62FA1-5D06-4FF0-8E49-703FBD16E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700" y="1224307"/>
            <a:ext cx="36195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95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D1E9-F260-44A7-8135-ADFD3984C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4255008" cy="1371600"/>
          </a:xfrm>
        </p:spPr>
        <p:txBody>
          <a:bodyPr/>
          <a:lstStyle/>
          <a:p>
            <a:r>
              <a:rPr lang="en-IE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F9AD-F967-4F39-BEF4-103031CC6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434584" cy="3849624"/>
          </a:xfrm>
        </p:spPr>
        <p:txBody>
          <a:bodyPr/>
          <a:lstStyle/>
          <a:p>
            <a:r>
              <a:rPr lang="en-US" dirty="0"/>
              <a:t>Compared to Fruit Ninja. And other catching games.</a:t>
            </a:r>
          </a:p>
          <a:p>
            <a:r>
              <a:rPr lang="en-US" dirty="0"/>
              <a:t>Aims to make money is with a small price of 4.99$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62308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VE.pptx" id="{928531FE-40B6-4895-993A-83D26AA1E005}" vid="{C99C5ABD-1620-4AD2-A38C-62625556F38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0</TotalTime>
  <Words>297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Garamond</vt:lpstr>
      <vt:lpstr>SavonVTI</vt:lpstr>
      <vt:lpstr>Catch Maker</vt:lpstr>
      <vt:lpstr>Elevator pitch</vt:lpstr>
      <vt:lpstr>World Background</vt:lpstr>
      <vt:lpstr>Pillars</vt:lpstr>
      <vt:lpstr>Gameplay</vt:lpstr>
      <vt:lpstr>Features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2021-11-26T13:25:03Z</dcterms:created>
  <dcterms:modified xsi:type="dcterms:W3CDTF">2021-11-26T13:38:38Z</dcterms:modified>
</cp:coreProperties>
</file>