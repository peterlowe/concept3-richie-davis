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sldIdLst>
    <p:sldId id="261" r:id="rId2"/>
    <p:sldId id="262" r:id="rId3"/>
    <p:sldId id="26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11/26/2021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11/26/2021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11/26/2021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11/26/2021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11/26/2021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11/26/2021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11/26/2021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11/26/2021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731520"/>
            <a:ext cx="4907280" cy="13716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Gameplay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C87F3-257B-408D-B8EA-3E67AB106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5608320" cy="3849624"/>
          </a:xfrm>
        </p:spPr>
        <p:txBody>
          <a:bodyPr/>
          <a:lstStyle/>
          <a:p>
            <a:r>
              <a:rPr lang="en-US" dirty="0"/>
              <a:t>the player controls a character holding a bowl .you catch shapes falling from top to bottom. </a:t>
            </a:r>
          </a:p>
          <a:p>
            <a:r>
              <a:rPr lang="en-US" dirty="0"/>
              <a:t>You move by pressing buttons to move and dash around the screen.</a:t>
            </a:r>
          </a:p>
          <a:p>
            <a:r>
              <a:rPr lang="en-US" dirty="0"/>
              <a:t> The default </a:t>
            </a:r>
            <a:r>
              <a:rPr lang="en-US" dirty="0" err="1"/>
              <a:t>keybinds</a:t>
            </a:r>
            <a:r>
              <a:rPr lang="en-US" dirty="0"/>
              <a:t> are left/right arrows to move and shift to dash.</a:t>
            </a:r>
            <a:endParaRPr lang="en-I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448F4E-5B6A-42BD-9BF7-ACB6BAF94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394544" y="621792"/>
            <a:ext cx="3331348" cy="32186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BB3F4E5-5023-41D1-BB84-3FE89022B6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274" y="2715199"/>
            <a:ext cx="3364312" cy="33643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539E5CC-1D3E-4030-B3E4-C8BB896129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290" y="1126502"/>
            <a:ext cx="1355262" cy="128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43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D91EE-1388-4FE6-82B8-A0099BDC4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38A76-B5BA-4028-BC63-10626A6C2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6028944" cy="3849624"/>
          </a:xfrm>
        </p:spPr>
        <p:txBody>
          <a:bodyPr/>
          <a:lstStyle/>
          <a:p>
            <a:r>
              <a:rPr lang="en-US" dirty="0"/>
              <a:t>Able to switch skin in built in skin maker. Design own falling shapes and catcher.</a:t>
            </a:r>
          </a:p>
          <a:p>
            <a:r>
              <a:rPr lang="en-US" dirty="0"/>
              <a:t>Shapes with a red outline, are special shapes that will appear to help you catch the next shape when dashing is considered</a:t>
            </a:r>
          </a:p>
          <a:p>
            <a:r>
              <a:rPr lang="en-US" dirty="0"/>
              <a:t>impossible to catch it in a strict timespan allocated. Collecting a outlined shape will make the catcher's dash fast enough </a:t>
            </a:r>
          </a:p>
          <a:p>
            <a:r>
              <a:rPr lang="en-US" dirty="0"/>
              <a:t>to catch the next shape.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062FA1-5D06-4FF0-8E49-703FBD16E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700" y="1224307"/>
            <a:ext cx="36195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95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4D1E9-F260-44A7-8135-ADFD3984C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4255008" cy="1371600"/>
          </a:xfrm>
        </p:spPr>
        <p:txBody>
          <a:bodyPr/>
          <a:lstStyle/>
          <a:p>
            <a:r>
              <a:rPr lang="en-IE" dirty="0"/>
              <a:t>Market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8F9AD-F967-4F39-BEF4-103031CC6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5434584" cy="3849624"/>
          </a:xfrm>
        </p:spPr>
        <p:txBody>
          <a:bodyPr/>
          <a:lstStyle/>
          <a:p>
            <a:r>
              <a:rPr lang="en-US" dirty="0"/>
              <a:t>Compared to Fruit Ninja. And other catching games.</a:t>
            </a:r>
          </a:p>
          <a:p>
            <a:r>
              <a:rPr lang="en-US" dirty="0"/>
              <a:t>Aims to make money is with a small price of 4.99$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7623083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VE.pptx" id="{928531FE-40B6-4895-993A-83D26AA1E005}" vid="{C99C5ABD-1620-4AD2-A38C-62625556F38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Geometric color block</Template>
  <TotalTime>0</TotalTime>
  <Words>140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Century Gothic</vt:lpstr>
      <vt:lpstr>Garamond</vt:lpstr>
      <vt:lpstr>SavonVTI</vt:lpstr>
      <vt:lpstr>Gameplay</vt:lpstr>
      <vt:lpstr>Features</vt:lpstr>
      <vt:lpstr>Market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2021-11-26T13:25:22Z</dcterms:created>
  <dcterms:modified xsi:type="dcterms:W3CDTF">2021-11-26T13:32:48Z</dcterms:modified>
</cp:coreProperties>
</file>